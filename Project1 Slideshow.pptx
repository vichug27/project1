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8" r:id="rId3"/>
    <p:sldId id="259" r:id="rId4"/>
    <p:sldId id="260" r:id="rId5"/>
    <p:sldId id="257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9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4F68-96F5-4EBB-8ACA-CE2201AC1D9A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8DC5-66A5-4C0E-A829-7AAE6E87D4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884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4F68-96F5-4EBB-8ACA-CE2201AC1D9A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8DC5-66A5-4C0E-A829-7AAE6E87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9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4F68-96F5-4EBB-8ACA-CE2201AC1D9A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8DC5-66A5-4C0E-A829-7AAE6E87D4A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689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4F68-96F5-4EBB-8ACA-CE2201AC1D9A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8DC5-66A5-4C0E-A829-7AAE6E87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6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4F68-96F5-4EBB-8ACA-CE2201AC1D9A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8DC5-66A5-4C0E-A829-7AAE6E87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55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4F68-96F5-4EBB-8ACA-CE2201AC1D9A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8DC5-66A5-4C0E-A829-7AAE6E87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72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4F68-96F5-4EBB-8ACA-CE2201AC1D9A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8DC5-66A5-4C0E-A829-7AAE6E87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18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DC244F68-96F5-4EBB-8ACA-CE2201AC1D9A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898DC5-66A5-4C0E-A829-7AAE6E87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149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4F68-96F5-4EBB-8ACA-CE2201AC1D9A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8DC5-66A5-4C0E-A829-7AAE6E87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67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4F68-96F5-4EBB-8ACA-CE2201AC1D9A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8DC5-66A5-4C0E-A829-7AAE6E87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58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4F68-96F5-4EBB-8ACA-CE2201AC1D9A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98DC5-66A5-4C0E-A829-7AAE6E87D4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5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C244F68-96F5-4EBB-8ACA-CE2201AC1D9A}" type="datetimeFigureOut">
              <a:rPr lang="en-US" smtClean="0"/>
              <a:t>4/15/2021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F898DC5-66A5-4C0E-A829-7AAE6E87D4A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10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38252"/>
            <a:ext cx="7543800" cy="2377948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DFW Real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Estate Market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Trends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098800"/>
            <a:ext cx="7698740" cy="3225799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2000" i="1" dirty="0" smtClean="0"/>
              <a:t>Prepared by:</a:t>
            </a:r>
          </a:p>
          <a:p>
            <a:pPr algn="ctr"/>
            <a:r>
              <a:rPr lang="en-US" sz="2800" dirty="0" smtClean="0"/>
              <a:t>Nikki </a:t>
            </a:r>
            <a:r>
              <a:rPr lang="en-US" sz="2800" dirty="0"/>
              <a:t>Rothfield</a:t>
            </a:r>
          </a:p>
          <a:p>
            <a:pPr algn="ctr"/>
            <a:r>
              <a:rPr lang="en-US" sz="2800" dirty="0"/>
              <a:t>Eric Phieler</a:t>
            </a:r>
          </a:p>
          <a:p>
            <a:pPr algn="ctr"/>
            <a:r>
              <a:rPr lang="en-US" sz="2800" dirty="0"/>
              <a:t>Collin Alston</a:t>
            </a:r>
          </a:p>
          <a:p>
            <a:pPr algn="ctr"/>
            <a:r>
              <a:rPr lang="en-US" sz="2800" dirty="0"/>
              <a:t>Vickie Hughes</a:t>
            </a:r>
          </a:p>
          <a:p>
            <a:pPr algn="ctr"/>
            <a:r>
              <a:rPr lang="en-US" sz="2800" dirty="0"/>
              <a:t>Sean Waters</a:t>
            </a:r>
          </a:p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19623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 &amp; Summary Slide &amp;QA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22960" y="2173497"/>
            <a:ext cx="7524750" cy="2944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the core message or hypothesis of your project.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Describe the questions you asked, and 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asked them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Describe whether you were able to answer these questions to your satisfaction, and briefly summarize your findings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800" dirty="0"/>
              <a:t>Questions &amp; Data</a:t>
            </a:r>
          </a:p>
          <a:p>
            <a:r>
              <a:rPr lang="en-US" sz="1800" dirty="0"/>
              <a:t>Elaborate on the questions you asked, describing what kinds of data you needed to answer them, and where you found 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38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Data Cleanup &amp;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Exploration &amp; Analysis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01600" y="2274491"/>
            <a:ext cx="90424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Cleanup &amp; Exploration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Describe the exploration and cleanup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 insights you had while exploring the data that you didn't anticipate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 any problems that arose after exploring the data, and how you resolved them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and discuss interesting figures developed during exploration, ideally with the help of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 the steps you took to analyze the data and answer each question you asked in your proposal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and discuss interesting figures developed during analysis, ideally with the help of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11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</a:rPr>
              <a:t>Findings Discussion / Post Mortem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36274" y="2352143"/>
            <a:ext cx="822098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 your findings. Did you find what you expected to find? If not, why not? What inferences or general conclusions can you draw from your analysis?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Mortem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 any difficulties that arose, and how you dealt with them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Discuss any additional questions that came up, but which you didn't have time to answer: What would you research next, if you had two more weeks?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408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66900" y="3238500"/>
            <a:ext cx="4762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/>
              <a:t>Open Floor Q&amp;A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33211005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</TotalTime>
  <Words>267</Words>
  <Application>Microsoft Office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Retrospect</vt:lpstr>
      <vt:lpstr>DFW Real Estate Market Trends</vt:lpstr>
      <vt:lpstr>Motivation &amp; Summary Slide &amp;QA</vt:lpstr>
      <vt:lpstr>Data Cleanup &amp; Exploration &amp; Analysis</vt:lpstr>
      <vt:lpstr>Findings Discussion / Post Mortem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Vickie Hughes</dc:creator>
  <cp:lastModifiedBy>Vickie Hughes</cp:lastModifiedBy>
  <cp:revision>4</cp:revision>
  <dcterms:created xsi:type="dcterms:W3CDTF">2021-04-16T03:10:55Z</dcterms:created>
  <dcterms:modified xsi:type="dcterms:W3CDTF">2021-04-16T03:44:39Z</dcterms:modified>
</cp:coreProperties>
</file>